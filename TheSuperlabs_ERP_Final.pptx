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3" r:id="rId6"/>
    <p:sldId id="265" r:id="rId7"/>
    <p:sldId id="266" r:id="rId8"/>
    <p:sldId id="268" r:id="rId9"/>
    <p:sldId id="270" r:id="rId10"/>
    <p:sldId id="272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9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1403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6517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-731520"/>
            <a:ext cx="3657600" cy="3657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182880"/>
            <a:ext cx="2011680" cy="2011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058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02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0" y="5943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011680" y="14630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4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Integrated Garment Management System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2743200" cy="45720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 02 April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Presentation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3657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297680"/>
            <a:ext cx="1719072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29768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Inventory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4297680"/>
            <a:ext cx="1719072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429768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Reports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4297680"/>
            <a:ext cx="1719072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429768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Accounts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55080" y="4297680"/>
            <a:ext cx="1719072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429768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CRM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0" y="4297680"/>
            <a:ext cx="1719072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429768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👗 Garments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104120" y="4297680"/>
            <a:ext cx="1719072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04120" y="429768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🧾 Invoices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For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Login &amp; Authentication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Login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Multi-Year Accounting Support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TSL Corporate Branding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Center – Live Operations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Dashboard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KPI Cards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&amp; Production Tracking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Delivery Alerts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Load &amp; Capacity 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Garments Production Hub (1/2) – Planning &amp; Workflows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garments_t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&amp; Style Planning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TNA Progress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Unit Workflows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Lot &amp; Internal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&amp; Finance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Accounts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accoun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&amp; Billing Hub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&amp; Receipts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/ Debit Notes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Voucher &amp; Ledger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Reporting &amp; Business Intelligence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Reports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repor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&amp; Loss (Style-Wise)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GSTR-1 Preparation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 Sheet &amp; Trial Balance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&amp; Ageing Reports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Yarn to Fabric Workflow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Garments: Production Workflows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yarn_to_fabric_l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Yarn Dyeing Tracking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Outward &amp; Inward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&amp; Ref No Support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Stock Impact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to Pcs Outward Flow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Garments: Production Workflows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fabric_to_pcs_l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Delivery Tracking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Contractor-wise Management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&amp; Color Integrity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Outward for Cutting/Printing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PCS Outward Tracking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Garments: Production Workflows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pcs_l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Finished Piece Tracking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Jobwork Production Control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Stage-wise Audit Flow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Lifecycle Status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Masters &amp; Configuration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Masters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mast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Profile Setup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&amp; Privilege Management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Year Configuration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Reference Master Data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Planning – Costing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  →  Order Planning  →  Costing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op_cost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Cost Per Piece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CMT &amp; Material Costing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Overhead &amp; Profit Margins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Buyer-Wise Pricing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Planning – Size Quantity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  →  Order Planning  →  Size Qty Details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op_size_q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 Chart Integration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Style-Wise Qty Matrix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 &amp; Ratio Breakdown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Qty Auto-Calc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Planning – Fabric Planning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  →  Order Planning  →  Fabric Planning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op_fabri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Code &amp; Composition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Qty per Size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Mapping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Shrinkage Allowance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Planning – Yarn Planning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  →  Order Planning  →  Yarn Planning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op_yar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Yarn Type &amp; Count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Kg Requirement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&amp; Mill Details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 &amp; Twist Specs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Planning – Trims Planning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  →  Order Planning  →  Trims Planning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op_trim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Button, Label &amp; Tag Planning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Piece Consumption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&amp; Brand Details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Tracking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Planning – Life Cycle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  →  Order Planning  →  Life Cycle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op_lifecyc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Stage Mapping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&amp; Progress Tracking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Responsibility Assignment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Planning – Bill of Materials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  →  Order Planning  →  BOM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op_bo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Material List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vs Actual Cost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Auto-Generated from Plans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Ready Summary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Preview: Yarn to Fabric Outward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Garments: Print Layouts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Print Layout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Branding Header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&amp; Party Details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Billed To &amp; Shipping Info</a:t>
            </a:r>
            <a:endParaRPr lang="en-US" sz="10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78" y="860377"/>
            <a:ext cx="7360498" cy="614448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3774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548640"/>
            <a:ext cx="10058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40AF"/>
                </a:solidFill>
              </a:rPr>
              <a:t>TSL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11680" y="59436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011680" y="1417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4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Powering the Future of Garments Industry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2834640"/>
            <a:ext cx="1219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3657600" y="3749040"/>
            <a:ext cx="487375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3886200"/>
            <a:ext cx="1219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Rebranded. Optimized. Prepared for Success.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43891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us for a detailed walkthrough or configuration queries.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493776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Date: 02 April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5577840"/>
            <a:ext cx="20116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577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Inventory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71800" y="5577840"/>
            <a:ext cx="20116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5577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🧾 Invoices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5577840"/>
            <a:ext cx="20116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5577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Reports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5577840"/>
            <a:ext cx="20116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5577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CRM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418320" y="5577840"/>
            <a:ext cx="20116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0" y="5577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👗 Garments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661</Words>
  <Application>Microsoft Office PowerPoint</Application>
  <PresentationFormat>Widescreen</PresentationFormat>
  <Paragraphs>178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5</cp:revision>
  <dcterms:created xsi:type="dcterms:W3CDTF">2026-04-02T11:04:22Z</dcterms:created>
  <dcterms:modified xsi:type="dcterms:W3CDTF">2026-04-03T04:02:18Z</dcterms:modified>
</cp:coreProperties>
</file>