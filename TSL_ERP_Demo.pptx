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50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55126-EE9F-4BFC-9EA9-215AD612585A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E034-19A4-44B7-A239-3373A9D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865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55126-EE9F-4BFC-9EA9-215AD612585A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E034-19A4-44B7-A239-3373A9D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320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55126-EE9F-4BFC-9EA9-215AD612585A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E034-19A4-44B7-A239-3373A9D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424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55126-EE9F-4BFC-9EA9-215AD612585A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E034-19A4-44B7-A239-3373A9D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815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55126-EE9F-4BFC-9EA9-215AD612585A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E034-19A4-44B7-A239-3373A9D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323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55126-EE9F-4BFC-9EA9-215AD612585A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E034-19A4-44B7-A239-3373A9D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403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55126-EE9F-4BFC-9EA9-215AD612585A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E034-19A4-44B7-A239-3373A9D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897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55126-EE9F-4BFC-9EA9-215AD612585A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E034-19A4-44B7-A239-3373A9D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446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55126-EE9F-4BFC-9EA9-215AD612585A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E034-19A4-44B7-A239-3373A9D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415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55126-EE9F-4BFC-9EA9-215AD612585A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E034-19A4-44B7-A239-3373A9D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5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55126-EE9F-4BFC-9EA9-215AD612585A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E034-19A4-44B7-A239-3373A9D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128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55126-EE9F-4BFC-9EA9-215AD612585A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FE034-19A4-44B7-A239-3373A9D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231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mtClean="0"/>
              <a:t>TSL ERP Demo: Premium Garment Management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Integrated Solutions for Modern Manufacturing
Corporate Presentation 2026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60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mtClean="0"/>
              <a:t>1. Secure Login &amp; Session Access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905000"/>
            <a:ext cx="7620000" cy="444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9000" y="1905000"/>
            <a:ext cx="3175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mtClean="0"/>
              <a:t>â€¢ TSL Corporate Branding Integration
â€¢ Multi-Year Financial Accounting Support
â€¢ Password-Protected Year Switching
â€¢ JWT-Secured Authentication Layer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014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2. Command Center (Live Operations)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905000"/>
            <a:ext cx="7620000" cy="444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9000" y="1905000"/>
            <a:ext cx="3175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mtClean="0"/>
              <a:t>â€¢ Real-Time Order &amp; Production Tracking
â€¢ Live Capacity &amp; Team Load Distribution
â€¢ Priority Delivery Alarms &amp; Critical Alerts
â€¢ Dynamic KPI Visualization Cards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600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mtClean="0"/>
              <a:t>3. Intelligent Inventory Lifecycle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905000"/>
            <a:ext cx="7620000" cy="444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9000" y="1905000"/>
            <a:ext cx="3175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mtClean="0"/>
              <a:t>â€¢ SKU-Wise Tracking (Yarn to Finish)
â€¢ Smart Low-Stock Warning System
â€¢ Categorized Filtering &amp; Warehouse Mapping
â€¢ Automated Real-Time Stock Deductions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678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mtClean="0"/>
              <a:t>4. Order &amp; Financial Processing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905000"/>
            <a:ext cx="7620000" cy="444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9000" y="1905000"/>
            <a:ext cx="3175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mtClean="0"/>
              <a:t>â€¢ Consolidated Billing &amp; Invoice Tracking
â€¢ Payment Milestone Monitoring (Paid/Partial)
â€¢ Instant PDF/Excel Export Functionality
â€¢ Real-Time Ledger Synchronization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361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mtClean="0"/>
              <a:t>5. Advanced Reporting &amp; BI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905000"/>
            <a:ext cx="7620000" cy="444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9000" y="1905000"/>
            <a:ext cx="3175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mtClean="0"/>
              <a:t>â€¢ Style-Wise Profit &amp; Loss Analysis
â€¢ Automated GST (GSTR-1) Preparations
â€¢ Comprehensive Financial Statements
â€¢ Raw Material Resource Audit Reports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43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mtClean="0"/>
              <a:t>6. CRM &amp; Growth Pipeline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905000"/>
            <a:ext cx="7620000" cy="444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9000" y="1905000"/>
            <a:ext cx="3175000" cy="230832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mtClean="0"/>
              <a:t>â€¢ Integrated Lead &amp; Sales Funnel
â€¢ Source Performance &amp; ROI Tracking
â€¢ Status-Driven Customer Engagement
â€¢ Centralized Client Communication Hub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529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TSL ERP: Powering the Future of Garments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Contact us for a detailed walkthrough or configuration queries.
Rebranded. Optimized. Prepared for Success.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434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TSL ERP Demo: Premium Garment Management</vt:lpstr>
      <vt:lpstr>1. Secure Login &amp; Session Access</vt:lpstr>
      <vt:lpstr>2. Command Center (Live Operations)</vt:lpstr>
      <vt:lpstr>3. Intelligent Inventory Lifecycle</vt:lpstr>
      <vt:lpstr>4. Order &amp; Financial Processing</vt:lpstr>
      <vt:lpstr>5. Advanced Reporting &amp; BI</vt:lpstr>
      <vt:lpstr>6. CRM &amp; Growth Pipeline</vt:lpstr>
      <vt:lpstr>TSL ERP: Powering the Future of Garments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TSL ERP Demo: Premium Garment Management</dc:title>
  <dc:creator>HP</dc:creator>
  <cp:lastModifiedBy>HP</cp:lastModifiedBy>
  <cp:revision>1</cp:revision>
  <dcterms:created xsi:type="dcterms:W3CDTF">2026-04-01T11:02:06Z</dcterms:created>
  <dcterms:modified xsi:type="dcterms:W3CDTF">2026-04-01T11:02:06Z</dcterms:modified>
</cp:coreProperties>
</file>