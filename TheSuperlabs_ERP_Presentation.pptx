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65176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0" y="-731520"/>
            <a:ext cx="3657600" cy="3657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0" y="182880"/>
            <a:ext cx="2011680" cy="2011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502920"/>
            <a:ext cx="10058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029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11680" y="5943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2011680" y="14630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D4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Integrated Garment Management System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2743200" cy="457200"/>
          </a:xfrm>
          <a:prstGeom prst="roundRect">
            <a:avLst/>
          </a:prstGeom>
          <a:solidFill>
            <a:srgbClr val="1E40A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 02 April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Corporate Presentation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069080"/>
            <a:ext cx="36576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Inventory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Accounts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5508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CRM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👗 Garments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104120" y="4297680"/>
            <a:ext cx="1719072" cy="594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04120" y="4297680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 Invoices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649224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For 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Login &amp; Authentication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Login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JWT-Secured Authentication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Multi-Year Accounting Support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TSL Corporate Branding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Center – Live Operations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Dashboard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KPI Cards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&amp; Production Tracking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Delivery Alerts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Load &amp; Capacity View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Contacts &amp; Directory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Contacts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contac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Directory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Directory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&amp; Staff Contacts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Quick Lookup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 Production Hub (1/2) – Planning &amp; Workflows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garments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&amp; Style Planning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TNA Progress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Unit Workflows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Lot &amp; Internal Processing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 Production Hub (2/2) – Materials &amp; Logistics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garments_bott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Yarn / Fabric / Trims Stock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Orders (PO)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Goods Receipt (GRN)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&amp; Internal Lots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Management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Inventory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invento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Catalogue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SKU-Wise Stock Tracking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List Management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Barcode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&amp; Finance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Accounts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accoun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&amp; Billing Hub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 &amp; Receipts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Credit / Debit Notes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Voucher &amp; Ledger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CRM – Growth Pipeline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CRM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c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&amp; Sales Funnel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Performance Tracking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Status-Driven Engagement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Communication Hub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Reporting &amp; Business Intelligence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Reports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repor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&amp; Loss (Style-Wise)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GSTR-1 Preparation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Sheet &amp; Trial Balance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&amp; Ageing Reports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Yarn to Fabric Workflow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Production Workflows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yarn_to_fabric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Yarn Dyeing Tracking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Outward &amp; Inward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&amp; Ref No Support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Stock Impact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Yarn to Fabric Form Details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Jobwork Forms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yarn_to_fabric_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Yardage Tracking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 Selection &amp; Party Mapping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 &amp; Remarks Support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Multi-item Outward Flow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to Pcs Outward Flow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Production Workflows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fabric_to_pcs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Delivery Tracking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Contractor-wise Management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 &amp; Color Integrity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Outward for Cutting/Printing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to Pcs Form Details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Jobwork Forms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fabric_to_pcs_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GSM &amp; Dia Verification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SKU-level Accuracy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Auto-reduction of Fabric Stock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Contractor Assignment Flow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PCS Outward Tracking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Production Workflows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pcs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Finished Piece Tracking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Jobwork Production Control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Stage-wise Audit Flow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Approval Lifecycle Status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PCS Outward Form Details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Garments: Jobwork Forms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pcs_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Qty Validation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Itemized Distribution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WIP Reports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Data Entry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Masters &amp; Configuration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Masters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mas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Profile Setup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 &amp; Privilege Management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Accounting Year Configuration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Reference Master Data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Creation 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Accounts  →  New Invoice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invoice_ad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Product Search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Multi-Item Line Billing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 &amp; Tax Calculation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Download Ready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Registration Form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Contacts  →  New Customer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customer_ad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Contact Details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GST &amp; PAN Fields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Address &amp; Billing Info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Referral Code Support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Master List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Contacts  →  Customer List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customers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Customer Records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Edit &amp; Delete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Bulk Import Support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Search &amp; Filter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Invoice List &amp; Ledger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Accounts  →  Invoice List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invoices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Invoice Records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Status Filter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&amp; Date Range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to Excel / PDF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List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rder_planning_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Orders At a Glance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Tracking (Pending / Approved)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Filter by Buyer &amp; Season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Edit &amp; Print Reports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Order Details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Order Details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order_detai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 / Own Brand Toggle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Order Number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Season &amp; Merchandiser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&amp; Factory Dates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Costing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Costing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cos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 Cost Per Piece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CMT &amp; Material Costing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Overhead &amp; Profit Margins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Buyer-Wise Pricing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Size Quantity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Size Qty Details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size_q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Chart Integration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Style-Wise Qty Matrix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&amp; Ratio Breakdown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Qty Auto-Calc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Fabric Planning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Fabric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fabr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Fabric Code &amp; Composition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Qty per Size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Mapping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Shrinkage Allowance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Yarn Planning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Yarn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yar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Yarn Type &amp; Count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Kg Requirement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&amp; Mill Details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Color &amp; Twist Specs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Trims Planning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Trims Planning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trim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Button, Label &amp; Tag Planning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Piece Consumption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Supplier &amp; Brand Details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Tracking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Life Cycle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Life Cycle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lifecyc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Stage Mapping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&amp; Progress Tracking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Responsibility Assignment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Monitoring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4008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65976"/>
            <a:ext cx="12192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6675120"/>
            <a:ext cx="1219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  •  Confidential  •  02 April 2026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4320" y="10972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109728"/>
            <a:ext cx="10789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Planning – Bill of Materials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94360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Module: Garments  →  Order Planning  →  BOM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22960"/>
            <a:ext cx="2286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301752" y="987552"/>
            <a:ext cx="7772400" cy="5486400"/>
          </a:xfrm>
          <a:prstGeom prst="rect">
            <a:avLst/>
          </a:prstGeom>
          <a:solidFill>
            <a:srgbClr val="D1D5DB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960120"/>
            <a:ext cx="7772400" cy="54864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0" descr="D:\React\garments-erp\ppt_screenshots\op_b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7772400" cy="5486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321040" y="10058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321040" y="10058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Shape 13"/>
          <p:cNvSpPr/>
          <p:nvPr/>
        </p:nvSpPr>
        <p:spPr>
          <a:xfrm>
            <a:off x="8577072" y="13533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759952" y="12435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Material List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21040" y="23774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23774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7"/>
          <p:cNvSpPr/>
          <p:nvPr/>
        </p:nvSpPr>
        <p:spPr>
          <a:xfrm>
            <a:off x="8577072" y="27249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759952" y="26151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vs Actual Cost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21040" y="37490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37490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Shape 21"/>
          <p:cNvSpPr/>
          <p:nvPr/>
        </p:nvSpPr>
        <p:spPr>
          <a:xfrm>
            <a:off x="8577072" y="40965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2"/>
          <p:cNvSpPr/>
          <p:nvPr/>
        </p:nvSpPr>
        <p:spPr>
          <a:xfrm>
            <a:off x="8759952" y="39867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Auto-Generated from Plans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321040" y="5120640"/>
            <a:ext cx="3593592" cy="1143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5120640"/>
            <a:ext cx="109728" cy="1143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Shape 25"/>
          <p:cNvSpPr/>
          <p:nvPr/>
        </p:nvSpPr>
        <p:spPr>
          <a:xfrm>
            <a:off x="8577072" y="546811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8759952" y="5358384"/>
            <a:ext cx="29992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 Ready Summary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3774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-1371600"/>
            <a:ext cx="5029200" cy="50292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548640"/>
            <a:ext cx="100584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548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TSL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011680" y="594360"/>
            <a:ext cx="8686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TheSuperlabs ERP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011680" y="1417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4FF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Powering the Future of Garments Industry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2834640"/>
            <a:ext cx="1219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E40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3657600" y="3749040"/>
            <a:ext cx="4873752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3886200"/>
            <a:ext cx="1219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Rebranded. Optimized. Prepared for Success.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0" y="43891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us for a detailed walkthrough or configuration queries.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93776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Date: 02 April 2026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Inventory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7180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🧾 Invoices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6948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948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🤝 CRM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18320" y="5577840"/>
            <a:ext cx="201168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18320" y="5577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👗 Garments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2026-04-02T07:25:53Z</dcterms:created>
  <dcterms:modified xsi:type="dcterms:W3CDTF">2026-04-02T07:25:53Z</dcterms:modified>
</cp:coreProperties>
</file>