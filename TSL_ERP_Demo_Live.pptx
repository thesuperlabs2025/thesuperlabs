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6656832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TSL ERP  •  Confidential  •  02 April 2026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280160"/>
            <a:ext cx="1005840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280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TSL ERP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Integrated Garment Management System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0" y="4160520"/>
            <a:ext cx="39319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2976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Presentation  •  02 April 2026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5029200"/>
            <a:ext cx="2011680" cy="5029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029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Inventory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71800" y="5029200"/>
            <a:ext cx="2011680" cy="5029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5029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Reports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5029200"/>
            <a:ext cx="2011680" cy="5029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5029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Accounts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52360" y="5029200"/>
            <a:ext cx="2011680" cy="5029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5029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 CRM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92640" y="5029200"/>
            <a:ext cx="2011680" cy="5029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0" y="5029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👗 Garments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6656832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TSL ERP  •  Confidential  •  02 April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37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Login &amp; Authentication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9" name="Image 0" descr="D:\React\garments-erp\ppt_screenshots\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7772400" cy="5212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21040" y="100584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21040" y="100584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0" y="1097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JWT-Secured Auth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321040" y="233172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21040" y="233172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859536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Multi-Year Support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321040" y="365760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365760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5"/>
          <p:cNvSpPr/>
          <p:nvPr/>
        </p:nvSpPr>
        <p:spPr>
          <a:xfrm>
            <a:off x="8595360" y="3749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321040" y="498348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1040" y="498348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595360" y="5074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Branding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6656832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TSL ERP  •  Confidential  •  02 April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37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Command Center (Live Operations)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9" name="Image 0" descr="D:\React\garments-erp\ppt_screenshots\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7772400" cy="5212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21040" y="100584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21040" y="100584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0" y="1097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Order &amp; Production Tracking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321040" y="233172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21040" y="233172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859536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Capacity &amp; Team Load Distribution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321040" y="365760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365760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5"/>
          <p:cNvSpPr/>
          <p:nvPr/>
        </p:nvSpPr>
        <p:spPr>
          <a:xfrm>
            <a:off x="8595360" y="3749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Delivery Alarms &amp; Critical Alerts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321040" y="498348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1040" y="498348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595360" y="5074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KPI Visualization Cards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6656832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TSL ERP  •  Confidential  •  02 April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37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Intelligent Inventory Lifecycle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9" name="Image 0" descr="D:\React\garments-erp\ppt_screenshots\inven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7772400" cy="5212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21040" y="100584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21040" y="100584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0" y="1097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SKU-Wise Tracking (Yarn to Finish)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321040" y="233172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21040" y="233172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859536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Low-Stock Warning System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321040" y="365760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365760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5"/>
          <p:cNvSpPr/>
          <p:nvPr/>
        </p:nvSpPr>
        <p:spPr>
          <a:xfrm>
            <a:off x="8595360" y="3749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Categorized Filtering &amp; Warehouse Mapping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321040" y="498348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1040" y="498348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595360" y="5074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Real-Time Stock Deductions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6656832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TSL ERP  •  Confidential  •  02 April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37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Order &amp; Financial Processing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9" name="Image 0" descr="D:\React\garments-erp\ppt_screenshots\invoic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7772400" cy="5212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21040" y="100584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21040" y="100584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0" y="1097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Billing &amp; Invoice Tracking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321040" y="233172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21040" y="233172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859536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Milestone Monitoring (Paid/Partial)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321040" y="365760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365760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5"/>
          <p:cNvSpPr/>
          <p:nvPr/>
        </p:nvSpPr>
        <p:spPr>
          <a:xfrm>
            <a:off x="8595360" y="3749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PDF/Excel Export Functionality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321040" y="498348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1040" y="498348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595360" y="5074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Ledger Synchronization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6656832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TSL ERP  •  Confidential  •  02 April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37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Advanced Reporting &amp; BI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9" name="Image 0" descr="D:\React\garments-erp\ppt_screenshots\repo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7772400" cy="5212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21040" y="100584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21040" y="100584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0" y="1097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Style-Wise Profit &amp; Loss Analysis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321040" y="233172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21040" y="233172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859536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GST (GSTR-1) Preparations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321040" y="365760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365760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5"/>
          <p:cNvSpPr/>
          <p:nvPr/>
        </p:nvSpPr>
        <p:spPr>
          <a:xfrm>
            <a:off x="8595360" y="3749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Financial Statements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321040" y="498348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1040" y="498348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595360" y="5074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Material Resource Audit Reports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6656832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TSL ERP  •  Confidential  •  02 April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37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CRM &amp; Growth Pipeline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9" name="Image 0" descr="D:\React\garments-erp\ppt_screenshots\c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7772400" cy="5212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21040" y="100584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21040" y="100584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0" y="1097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Lead &amp; Sales Funnel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321040" y="233172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21040" y="233172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859536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Performance &amp; ROI Tracking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321040" y="365760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365760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5"/>
          <p:cNvSpPr/>
          <p:nvPr/>
        </p:nvSpPr>
        <p:spPr>
          <a:xfrm>
            <a:off x="8595360" y="3749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Status-Driven Customer Engagement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321040" y="4983480"/>
            <a:ext cx="34747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1040" y="4983480"/>
            <a:ext cx="137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595360" y="5074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Client Communication Hub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6656832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TSL ERP  •  Confidential  •  02 April 2026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-1371600" y="3657600"/>
            <a:ext cx="4572000" cy="45720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371600"/>
            <a:ext cx="1005840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716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TSL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6517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TSL ERP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Powering the Future of Garments Industry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14800" y="4160520"/>
            <a:ext cx="39319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Rebranded. Optimized. Prepared for Success.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us for a detailed walkthrough or configuration queries.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Date: 02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2026-04-02T05:51:04Z</dcterms:created>
  <dcterms:modified xsi:type="dcterms:W3CDTF">2026-04-02T05:51:04Z</dcterms:modified>
</cp:coreProperties>
</file>